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1" autoAdjust="0"/>
  </p:normalViewPr>
  <p:slideViewPr>
    <p:cSldViewPr snapToGrid="0" showGuides="1">
      <p:cViewPr varScale="1">
        <p:scale>
          <a:sx n="110" d="100"/>
          <a:sy n="110" d="100"/>
        </p:scale>
        <p:origin x="492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20ГГ</c:v>
                </c:pt>
                <c:pt idx="1">
                  <c:v>20ГГ</c:v>
                </c:pt>
                <c:pt idx="2">
                  <c:v>20ГГ</c:v>
                </c:pt>
                <c:pt idx="3">
                  <c:v>20ГГ</c:v>
                </c:pt>
                <c:pt idx="4">
                  <c:v>20ГГ</c:v>
                </c:pt>
              </c:strCache>
            </c:strRef>
          </c:cat>
          <c:val>
            <c:numRef>
              <c:f>Sheet1!$C$2:$C$6</c:f>
              <c:numCache>
                <c:formatCode>#,##0\ "₸"</c:formatCode>
                <c:ptCount val="5"/>
                <c:pt idx="1">
                  <c:v>20000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6-4E49-82A6-EEA101F0A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571106472"/>
        <c:axId val="571108768"/>
      </c:barChar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20ГГ</c:v>
                </c:pt>
                <c:pt idx="1">
                  <c:v>20ГГ</c:v>
                </c:pt>
                <c:pt idx="2">
                  <c:v>20ГГ</c:v>
                </c:pt>
                <c:pt idx="3">
                  <c:v>20ГГ</c:v>
                </c:pt>
                <c:pt idx="4">
                  <c:v>20ГГ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 formatCode="#,##0\ &quot;₸&quot;">
                  <c:v>10000</c:v>
                </c:pt>
                <c:pt idx="2" formatCode="#,##0\ &quot;₸&quot;">
                  <c:v>30000</c:v>
                </c:pt>
                <c:pt idx="4" formatCode="#,##0\ &quot;₸&quot;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6-4E49-82A6-EEA101F0A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572825440"/>
        <c:axId val="572827080"/>
      </c:barChart>
      <c:catAx>
        <c:axId val="571106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KZ"/>
          </a:p>
        </c:txPr>
        <c:crossAx val="571108768"/>
        <c:crosses val="autoZero"/>
        <c:auto val="1"/>
        <c:lblAlgn val="ctr"/>
        <c:lblOffset val="100"/>
        <c:noMultiLvlLbl val="0"/>
      </c:catAx>
      <c:valAx>
        <c:axId val="571108768"/>
        <c:scaling>
          <c:orientation val="minMax"/>
          <c:max val="50000"/>
        </c:scaling>
        <c:delete val="0"/>
        <c:axPos val="l"/>
        <c:majorGridlines>
          <c:spPr>
            <a:ln w="12700" cap="flat" cmpd="sng" algn="ctr">
              <a:solidFill>
                <a:schemeClr val="bg2">
                  <a:alpha val="20000"/>
                </a:schemeClr>
              </a:solidFill>
              <a:round/>
            </a:ln>
            <a:effectLst/>
          </c:spPr>
        </c:majorGridlines>
        <c:numFmt formatCode="#,##0\ &quot;₸&quot;" sourceLinked="1"/>
        <c:majorTickMark val="none"/>
        <c:minorTickMark val="none"/>
        <c:tickLblPos val="nextTo"/>
        <c:spPr>
          <a:noFill/>
          <a:ln w="12700">
            <a:solidFill>
              <a:schemeClr val="bg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KZ"/>
          </a:p>
        </c:txPr>
        <c:crossAx val="571106472"/>
        <c:crosses val="autoZero"/>
        <c:crossBetween val="between"/>
        <c:majorUnit val="10000"/>
      </c:valAx>
      <c:valAx>
        <c:axId val="572827080"/>
        <c:scaling>
          <c:orientation val="minMax"/>
        </c:scaling>
        <c:delete val="1"/>
        <c:axPos val="r"/>
        <c:numFmt formatCode="#,##0\ &quot;₸&quot;" sourceLinked="1"/>
        <c:majorTickMark val="out"/>
        <c:minorTickMark val="none"/>
        <c:tickLblPos val="nextTo"/>
        <c:crossAx val="572825440"/>
        <c:crosses val="max"/>
        <c:crossBetween val="between"/>
      </c:valAx>
      <c:catAx>
        <c:axId val="572825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72827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K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39FB0DB-6E14-4D38-930B-E188F6E13C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DB5971-2675-487B-9E88-02DB3F19D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435E3D-4779-4F74-B50E-7D6C92F116A8}" type="datetime1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8F2125-3128-41A1-8437-EB29536F4D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4663736B-7E4B-4A53-8310-E0970E67F8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A4B18F8-B739-4178-8D2D-879F4A27DC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907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4E80F0-1DF1-4858-9B22-BB5AEB10E915}" type="datetime1">
              <a:rPr lang="ru-RU" noProof="0" smtClean="0"/>
              <a:t>23.11.2025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3D78A92-0141-4330-8F3E-FAADFAC23844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074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58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15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44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02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134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25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458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65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452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3D78A92-0141-4330-8F3E-FAADFAC2384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903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2" name="Рисунок 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r>
              <a:rPr lang="ru-RU" noProof="0"/>
              <a:t> 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 rtlCol="0"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  <a:br>
              <a:rPr lang="ru-RU" noProof="0"/>
            </a:br>
            <a:r>
              <a:rPr lang="ru-RU" noProof="0"/>
              <a:t>ПРЕЗЕНТАЦИИ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 rtlCol="0"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u-RU" noProof="0"/>
              <a:t>Ключевая фраза</a:t>
            </a:r>
            <a:br>
              <a:rPr lang="ru-RU" noProof="0"/>
            </a:br>
            <a:r>
              <a:rPr lang="ru-RU" noProof="0"/>
              <a:t>презентации</a:t>
            </a:r>
          </a:p>
        </p:txBody>
      </p:sp>
      <p:sp>
        <p:nvSpPr>
          <p:cNvPr id="29" name="Текст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 rtlCol="0">
            <a:noAutofit/>
          </a:bodyPr>
          <a:lstStyle>
            <a:lvl1pPr marL="0" indent="0" algn="l" rtl="0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20ГГ</a:t>
            </a:r>
          </a:p>
        </p:txBody>
      </p:sp>
      <p:sp>
        <p:nvSpPr>
          <p:cNvPr id="30" name="Текст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 rtlCol="0"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Месяц</a:t>
            </a:r>
          </a:p>
        </p:txBody>
      </p:sp>
    </p:spTree>
    <p:extLst>
      <p:ext uri="{BB962C8B-B14F-4D97-AF65-F5344CB8AC3E}">
        <p14:creationId xmlns:p14="http://schemas.microsoft.com/office/powerpoint/2010/main" val="37683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СЛАЙД-РАЗДЕЛИТЕЛЬ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5" name="Рисунок 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7" name="Рисунок 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Текст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21856" cy="749047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и содержимое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РАЗМЕТКА ТЕКСТА 1</a:t>
            </a:r>
          </a:p>
        </p:txBody>
      </p:sp>
      <p:sp>
        <p:nvSpPr>
          <p:cNvPr id="22" name="Текст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21856" cy="749047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Рисунок 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Рисунок 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РАЗМЕТКА ТЕКСТА 2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81206" y="2241515"/>
            <a:ext cx="4421856" cy="749047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9" name="Рисунок 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метка для двух раздел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Рисунок 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 rtlCol="0"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Название раздела 1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 rtlCol="0"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Название раздела 2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 rtlCol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9" name="Рисунок 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СРАВНЕНИЕ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1992"/>
            <a:ext cx="10218713" cy="665713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8" name="Рисунок 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Рисунок 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9" name="Рисунок 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8" name="Диаграмма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 hasCustomPrompt="1"/>
          </p:nvPr>
        </p:nvSpPr>
        <p:spPr>
          <a:xfrm>
            <a:off x="6096001" y="1246188"/>
            <a:ext cx="5170034" cy="436562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 С</a:t>
            </a:r>
            <a:br>
              <a:rPr lang="ru-RU" noProof="0"/>
            </a:br>
            <a:r>
              <a:rPr lang="ru-RU" noProof="0"/>
              <a:t>ДИАГРАММОЙ</a:t>
            </a:r>
          </a:p>
        </p:txBody>
      </p:sp>
      <p:sp>
        <p:nvSpPr>
          <p:cNvPr id="23" name="Текст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3198228"/>
            <a:ext cx="2825496" cy="2154741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4" name="Рисунок 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47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8148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 таблиц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Рисунок 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9" name="Рисунок 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 С</a:t>
            </a:r>
            <a:br>
              <a:rPr lang="ru-RU" noProof="0"/>
            </a:br>
            <a:r>
              <a:rPr lang="ru-RU" noProof="0"/>
              <a:t>ТАБЛИЦЕЙ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3198228"/>
            <a:ext cx="2825496" cy="2154741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Рисунок 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374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8" name="Таблица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4715791" y="1591499"/>
            <a:ext cx="6561138" cy="3761069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таблицу</a:t>
            </a:r>
          </a:p>
        </p:txBody>
      </p:sp>
    </p:spTree>
    <p:extLst>
      <p:ext uri="{BB962C8B-B14F-4D97-AF65-F5344CB8AC3E}">
        <p14:creationId xmlns:p14="http://schemas.microsoft.com/office/powerpoint/2010/main" val="251377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изображением и заголовк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 С БОЛЬШИМ ИЗОБРАЖЕНИЕМ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1880794"/>
            <a:ext cx="10518598" cy="782639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3" name="Рисунок 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" name="Надпись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 мультимеди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endParaRPr lang="ru-RU" noProof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 С ВИДЕО</a:t>
            </a:r>
          </a:p>
        </p:txBody>
      </p:sp>
      <p:sp>
        <p:nvSpPr>
          <p:cNvPr id="16" name="Мультимедиа 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>
          <a:xfrm>
            <a:off x="1395984" y="1497770"/>
            <a:ext cx="9400032" cy="4215384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мультимедиа</a:t>
            </a:r>
          </a:p>
        </p:txBody>
      </p:sp>
      <p:sp>
        <p:nvSpPr>
          <p:cNvPr id="12" name="Рисунок 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 благодарственного текст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4" name="Рисунок 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r>
              <a:rPr lang="ru-RU" noProof="0"/>
              <a:t> 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 rtlCol="0"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БЛАГОДАРИМ</a:t>
            </a:r>
            <a:br>
              <a:rPr lang="ru-RU" noProof="0"/>
            </a:br>
            <a:r>
              <a:rPr lang="ru-RU" noProof="0"/>
              <a:t>ВАС!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 rtlCol="0"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u-RU" noProof="0"/>
              <a:t>Иван</a:t>
            </a:r>
            <a:br>
              <a:rPr lang="ru-RU" noProof="0"/>
            </a:br>
            <a:r>
              <a:rPr lang="ru-RU" noProof="0"/>
              <a:t>Воронков</a:t>
            </a:r>
          </a:p>
        </p:txBody>
      </p:sp>
      <p:sp>
        <p:nvSpPr>
          <p:cNvPr id="25" name="Текст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 rtlCol="0"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678-555-0128</a:t>
            </a:r>
          </a:p>
        </p:txBody>
      </p:sp>
      <p:sp>
        <p:nvSpPr>
          <p:cNvPr id="28" name="Текст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 rtlCol="0"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Телефон</a:t>
            </a:r>
          </a:p>
        </p:txBody>
      </p:sp>
      <p:sp>
        <p:nvSpPr>
          <p:cNvPr id="31" name="Текст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 rtlCol="0"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voronkov@example.com</a:t>
            </a:r>
          </a:p>
        </p:txBody>
      </p:sp>
      <p:sp>
        <p:nvSpPr>
          <p:cNvPr id="32" name="Текст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 rtlCol="0"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 rtl="0"/>
            <a:r>
              <a:rPr lang="ru-RU" noProof="0"/>
              <a:t>Эл. почта</a:t>
            </a:r>
          </a:p>
        </p:txBody>
      </p:sp>
    </p:spTree>
    <p:extLst>
      <p:ext uri="{BB962C8B-B14F-4D97-AF65-F5344CB8AC3E}">
        <p14:creationId xmlns:p14="http://schemas.microsoft.com/office/powerpoint/2010/main" val="21531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 rtl="0"/>
            <a:endParaRPr lang="ru-RU" noProof="0"/>
          </a:p>
        </p:txBody>
      </p:sp>
      <p:sp>
        <p:nvSpPr>
          <p:cNvPr id="22" name="Рисунок 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r>
              <a:rPr lang="ru-RU" noProof="0"/>
              <a:t> 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 rtlCol="0"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  <a:br>
              <a:rPr lang="ru-RU" noProof="0"/>
            </a:br>
            <a:r>
              <a:rPr lang="ru-RU" noProof="0"/>
              <a:t>ПРЕЗЕНТАЦИИ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467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СЛАЙД-РАЗДЕЛИТЕЛЬ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5" name="Рисунок 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7" name="Рисунок 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47238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Рисунок 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b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3112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Рисунок 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b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6" name="Объект 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7060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Рисунок 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b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5" name="Текст 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6" name="Объект 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rtlCol="0"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8" name="Объект 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181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 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Объект 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Рисунок 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94843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6" name="Рисунок 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Рисунок 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676681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 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ПУСТОЙ СЛАЙД</a:t>
            </a:r>
          </a:p>
        </p:txBody>
      </p:sp>
      <p:sp>
        <p:nvSpPr>
          <p:cNvPr id="14" name="Рисунок 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Рисунок 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Полилиния: фигура 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 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2266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учную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1</a:t>
            </a:r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3" name="Текст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2</a:t>
            </a:r>
          </a:p>
        </p:txBody>
      </p:sp>
      <p:sp>
        <p:nvSpPr>
          <p:cNvPr id="34" name="Текст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3</a:t>
            </a:r>
          </a:p>
        </p:txBody>
      </p:sp>
      <p:sp>
        <p:nvSpPr>
          <p:cNvPr id="36" name="Текст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7" name="Текст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 rtlCol="0"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8" name="Текст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 rtlCol="0"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9" name="Текст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 rtlCol="0"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0" name="Текст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 rtlCol="0"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1" name="Текст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2" name="Текст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 rtlCol="0"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3" name="Текст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 rtlCol="0"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4" name="Рисунок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020058" y="3800404"/>
            <a:ext cx="3273552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6" name="Рисунок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794792" y="3864572"/>
            <a:ext cx="2599199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7" name="Рисунок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876955" y="3864572"/>
            <a:ext cx="2599200" cy="8964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 rtlCol="0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КАК ИСПОЛЬЗОВАТЬ ЭТОТ ШАБЛОН</a:t>
            </a:r>
          </a:p>
        </p:txBody>
      </p:sp>
      <p:sp>
        <p:nvSpPr>
          <p:cNvPr id="23" name="Рисунок 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D495E168-DA5E-4888-8D8A-92B118324C14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 rtl="0"/>
            <a:r>
              <a:rPr lang="ru-RU" noProof="0"/>
              <a:t>ДД.ММ.20ГГ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1" r:id="rId5"/>
    <p:sldLayoutId id="2147483690" r:id="rId6"/>
    <p:sldLayoutId id="2147483691" r:id="rId7"/>
    <p:sldLayoutId id="2147483684" r:id="rId8"/>
    <p:sldLayoutId id="2147483685" r:id="rId9"/>
    <p:sldLayoutId id="2147483692" r:id="rId10"/>
    <p:sldLayoutId id="2147483693" r:id="rId11"/>
    <p:sldLayoutId id="2147483694" r:id="rId12"/>
    <p:sldLayoutId id="2147483697" r:id="rId13"/>
    <p:sldLayoutId id="2147483698" r:id="rId14"/>
    <p:sldLayoutId id="2147483699" r:id="rId15"/>
    <p:sldLayoutId id="2147483701" r:id="rId16"/>
    <p:sldLayoutId id="2147483700" r:id="rId17"/>
    <p:sldLayoutId id="2147483687" r:id="rId18"/>
    <p:sldLayoutId id="2147483696" r:id="rId19"/>
    <p:sldLayoutId id="214748368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ru-ru/article/%d0%a0%d0%b5%d0%b4%d0%b0%d0%ba%d1%82%d0%b8%d1%80%d0%be%d0%b2%d0%b0%d0%bd%d0%b8%d0%b5-%d0%bf%d1%80%d0%b5%d0%b7%d0%b5%d0%bd%d1%82%d0%b0%d1%86%d0%b8%d0%b8-ff353d37-742a-4aa8-8bdd-6b1f488127a2?ui=ru-RU&amp;rs=ru-RU&amp;ad=R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tretch>
            <a:fillRect/>
          </a:stretch>
        </p:blipFill>
        <p:spPr>
          <a:xfrm>
            <a:off x="3141444" y="51302"/>
            <a:ext cx="8780318" cy="6858000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sz="8000" dirty="0">
                <a:latin typeface="Agency FB" panose="020B0503020202020204" pitchFamily="34" charset="0"/>
              </a:rPr>
              <a:t>Our Dream School</a:t>
            </a:r>
            <a:endParaRPr lang="ru-RU" sz="8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dirty="0"/>
              <a:t>made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0A1A89-FE18-44C6-B3EE-49541CB850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ru-RU" dirty="0"/>
              <a:t>Месяц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3697A7-775B-4995-AFA7-E4B1B1C1C8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r>
              <a:rPr lang="ru-RU"/>
              <a:t>20ГГ</a:t>
            </a:r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 descr="Офисное здание на фоне чистого неба, вид под небольшим углом">
            <a:extLst>
              <a:ext uri="{FF2B5EF4-FFF2-40B4-BE49-F238E27FC236}">
                <a16:creationId xmlns:a16="http://schemas.microsoft.com/office/drawing/2014/main" id="{98E1357B-90EC-4F60-BE24-5671EC46D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13926" b="13926"/>
          <a:stretch/>
        </p:blipFill>
        <p:spPr/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21564-E2C8-443F-8E07-E59DFA5B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ru-RU"/>
              <a:t>СЛАЙД-РАЗДЕЛИТЕЛЬ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A2A374-6D41-4D06-9363-3092466402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534D36-FD98-42BC-977C-D6843E425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63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ru-RU"/>
              <a:t>РАЗМЕТКА ТЕКСТА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ru-RU"/>
              <a:t>Nunc viverra imperdiet enim. Fusce est. Vivamus a tellus.</a:t>
            </a:r>
          </a:p>
          <a:p>
            <a:pPr rtl="0"/>
            <a:r>
              <a:rPr lang="ru-RU"/>
              <a:t>Pellentesque habitant morbi tristique senectus et netus et malesuada fames ac turpis egestas. Proin pharetra nonummy pede. Mauris et orci.</a:t>
            </a:r>
          </a:p>
        </p:txBody>
      </p:sp>
      <p:pic>
        <p:nvPicPr>
          <p:cNvPr id="14" name="Рисунок 13" descr="Офисное здание на фоне чистого неба, вид под небольшим углом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7163" t="7596" r="21154"/>
          <a:stretch/>
        </p:blipFill>
        <p:spPr>
          <a:xfrm>
            <a:off x="5519738" y="0"/>
            <a:ext cx="6103621" cy="6858000"/>
          </a:xfr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79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Офисное здание на фоне чистого неба, вид под небольшим углом">
            <a:extLst>
              <a:ext uri="{FF2B5EF4-FFF2-40B4-BE49-F238E27FC236}">
                <a16:creationId xmlns:a16="http://schemas.microsoft.com/office/drawing/2014/main" id="{BD519751-E686-4F24-9C8F-C439D8581B8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0743" t="17230" r="27972"/>
          <a:stretch/>
        </p:blipFill>
        <p:spPr>
          <a:xfrm>
            <a:off x="0" y="404811"/>
            <a:ext cx="6108872" cy="5485128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B93806-769F-4C20-A684-CA4CB5BB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206" y="1046140"/>
            <a:ext cx="5056083" cy="782638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/>
              <a:t>РАЗМЕТКА ТЕКСТА 2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7292DFE-EBA3-4DB2-A2C7-181011556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209D92-7413-44EE-BC90-ECE50DA315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rtl="0"/>
            <a:r>
              <a:rPr lang="ru-RU"/>
              <a:t>Pellentesque habitant morbi tristique senectus et netus et malesuada fames ac turpis egestas. Proin pharetra nonummy pede. Mauris et orci.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8DCF8F-466A-4FC0-91DF-33EF070ED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14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 rtlCol="0"/>
          <a:lstStyle/>
          <a:p>
            <a:pPr rtl="0"/>
            <a:r>
              <a:rPr lang="ru-RU"/>
              <a:t>СРАВНЕНИЕ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/>
        <p:txBody>
          <a:bodyPr rtlCol="0">
            <a:normAutofit lnSpcReduction="10000"/>
          </a:bodyPr>
          <a:lstStyle/>
          <a:p>
            <a:pPr rtl="0"/>
            <a:r>
              <a:rPr lang="ru-RU"/>
              <a:t>Lorem ipsum dolor sit amet, consectetuer adipiscing elit. Maecenas porttitor congue massa. Fusce posuere, magna sed pulvinar ultricies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A4BA4B-DB5E-418C-8309-2ED941800B3E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White"/>
        <p:txBody>
          <a:bodyPr rtlCol="0"/>
          <a:lstStyle/>
          <a:p>
            <a:pPr rtl="0"/>
            <a:r>
              <a:rPr lang="ru-RU"/>
              <a:t>Заголовок раздела 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A6EDE3F-FD3C-4A2C-837A-5B3420BD5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/>
        <p:txBody>
          <a:bodyPr rtlCol="0">
            <a:noAutofit/>
          </a:bodyPr>
          <a:lstStyle/>
          <a:p>
            <a:pPr rtl="0">
              <a:lnSpc>
                <a:spcPct val="110000"/>
              </a:lnSpc>
            </a:pPr>
            <a:r>
              <a:rPr lang="ru-RU"/>
              <a:t>Lorem ipsum dolor sit amet, consectetuer adipiscing elit. Maecenas porttitor congue massa. Fusce posuere, magna sed pulvinar ultricies, purus lectus malesuada libero.</a:t>
            </a:r>
          </a:p>
          <a:p>
            <a:pPr rtl="0">
              <a:lnSpc>
                <a:spcPct val="110000"/>
              </a:lnSpc>
            </a:pPr>
            <a:r>
              <a:rPr lang="ru-RU"/>
              <a:t>Nunc viverra imperdiet enim. Fusce est. Vivamus a tellus.</a:t>
            </a:r>
          </a:p>
          <a:p>
            <a:pPr rtl="0">
              <a:lnSpc>
                <a:spcPct val="110000"/>
              </a:lnSpc>
            </a:pPr>
            <a:r>
              <a:rPr lang="ru-RU"/>
              <a:t>Pellentesque habitant morbi tristique senectus et netus et malesuada fames ac turpis egestas.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2CB9BD-51FF-4C3D-BDD7-A004B05B152F}"/>
              </a:ext>
            </a:extLst>
          </p:cNvPr>
          <p:cNvSpPr>
            <a:spLocks noGrp="1"/>
          </p:cNvSpPr>
          <p:nvPr>
            <p:ph type="body" idx="18"/>
          </p:nvPr>
        </p:nvSpPr>
        <p:spPr bwMode="grayWhite"/>
        <p:txBody>
          <a:bodyPr rtlCol="0"/>
          <a:lstStyle/>
          <a:p>
            <a:pPr rtl="0"/>
            <a:r>
              <a:rPr lang="ru-RU"/>
              <a:t>Заголовок раздела 2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2D6EF90-B98E-4EA6-8AA1-185EE8D4BD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White"/>
        <p:txBody>
          <a:bodyPr rtlCol="0">
            <a:noAutofit/>
          </a:bodyPr>
          <a:lstStyle/>
          <a:p>
            <a:pPr rtl="0">
              <a:lnSpc>
                <a:spcPct val="100000"/>
              </a:lnSpc>
            </a:pPr>
            <a:r>
              <a:rPr lang="ru-RU"/>
              <a:t>Lorem ipsum dolor sit amet, consectetuer adipiscing elit. Maecenas porttitor congue massa. Fusce posuere, magna sed pulvinar ultricies, purus lectus malesuada libero.</a:t>
            </a:r>
          </a:p>
          <a:p>
            <a:pPr rtl="0">
              <a:lnSpc>
                <a:spcPct val="100000"/>
              </a:lnSpc>
            </a:pPr>
            <a:r>
              <a:rPr lang="ru-RU"/>
              <a:t>Nunc viverra imperdiet enim. Fusce est. Vivamus a tellus.</a:t>
            </a:r>
          </a:p>
          <a:p>
            <a:pPr rtl="0">
              <a:lnSpc>
                <a:spcPct val="100000"/>
              </a:lnSpc>
            </a:pPr>
            <a:r>
              <a:rPr lang="ru-RU"/>
              <a:t>Pellentesque habitant morbi tristique senectus et netus et malesuada fames ac turpis egestas.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36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6E3E42-BD20-4379-871F-3E4B83D6838A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1" y="1317173"/>
            <a:ext cx="4048225" cy="1524185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noProof="1"/>
              <a:t>СЛАЙД С ДИАГРАММОЙ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2E27BA-7F93-4365-B043-35F65179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/>
        <p:txBody>
          <a:bodyPr rtlCol="0">
            <a:normAutofit/>
          </a:bodyPr>
          <a:lstStyle/>
          <a:p>
            <a:pPr rtl="0"/>
            <a:r>
              <a:rPr lang="ru-RU" noProof="1"/>
              <a:t>Lorem ipsum</a:t>
            </a:r>
            <a:br>
              <a:rPr lang="ru-RU" noProof="1"/>
            </a:br>
            <a:r>
              <a:rPr lang="ru-RU" noProof="1"/>
              <a:t>dolor sit amet, consectetuer adipiscing elit, sed</a:t>
            </a:r>
            <a:br>
              <a:rPr lang="ru-RU" noProof="1"/>
            </a:br>
            <a:r>
              <a:rPr lang="ru-RU" noProof="1"/>
              <a:t>do eiusmod tempor incididunt ut labore.</a:t>
            </a:r>
          </a:p>
        </p:txBody>
      </p:sp>
      <p:graphicFrame>
        <p:nvGraphicFramePr>
          <p:cNvPr id="6" name="Диаграмма 8" descr="Chart">
            <a:extLst>
              <a:ext uri="{FF2B5EF4-FFF2-40B4-BE49-F238E27FC236}">
                <a16:creationId xmlns:a16="http://schemas.microsoft.com/office/drawing/2014/main" id="{18DF8E74-3E2F-4231-A6FD-E3E345EFF5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519280"/>
              </p:ext>
            </p:extLst>
          </p:nvPr>
        </p:nvGraphicFramePr>
        <p:xfrm>
          <a:off x="5129954" y="1244588"/>
          <a:ext cx="6387152" cy="436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E1CCEE-5676-4586-8866-FA5BE5CA5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 rtlCol="0"/>
          <a:lstStyle/>
          <a:p>
            <a:pPr rtl="0"/>
            <a:fld id="{D495E168-DA5E-4888-8D8A-92B118324C14}" type="slidenum">
              <a:rPr lang="ru-RU" noProof="1" dirty="0" smtClean="0"/>
              <a:pPr/>
              <a:t>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92994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D42E07B-C167-48F8-AB6F-45BD78322261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317173"/>
            <a:ext cx="3124200" cy="1524185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/>
              <a:t>СЛАЙД С</a:t>
            </a:r>
            <a:br>
              <a:rPr lang="ru-RU"/>
            </a:br>
            <a:r>
              <a:rPr lang="ru-RU"/>
              <a:t>ТАБЛИЦЕЙ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E478EB-C91D-4F65-ABE7-97357B17A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/>
        <p:txBody>
          <a:bodyPr rtlCol="0">
            <a:normAutofit/>
          </a:bodyPr>
          <a:lstStyle/>
          <a:p>
            <a:pPr rtl="0"/>
            <a:r>
              <a:rPr lang="ru-RU"/>
              <a:t>Lorem ipsum</a:t>
            </a:r>
            <a:br>
              <a:rPr lang="ru-RU"/>
            </a:br>
            <a:r>
              <a:rPr lang="ru-RU"/>
              <a:t>dolor sit amet, consectetuer adipiscing elit, sed</a:t>
            </a:r>
            <a:br>
              <a:rPr lang="ru-RU"/>
            </a:br>
            <a:r>
              <a:rPr lang="ru-RU"/>
              <a:t>do eiusmod tempor incididunt ut labore.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7A2F8E4-E36A-48D7-B6C1-F49851F68C74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3045389818"/>
              </p:ext>
            </p:extLst>
          </p:nvPr>
        </p:nvGraphicFramePr>
        <p:xfrm>
          <a:off x="4716463" y="1592263"/>
          <a:ext cx="6588000" cy="40792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484000">
                  <a:extLst>
                    <a:ext uri="{9D8B030D-6E8A-4147-A177-3AD203B41FA5}">
                      <a16:colId xmlns:a16="http://schemas.microsoft.com/office/drawing/2014/main" val="3380805304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5235199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02576919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927876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endParaRPr lang="en-US" noProof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ru" sz="1500" b="1" noProof="0">
                          <a:solidFill>
                            <a:schemeClr val="tx1"/>
                          </a:solidFill>
                          <a:latin typeface="+mj-lt"/>
                        </a:rPr>
                        <a:t>20ГГ</a:t>
                      </a:r>
                    </a:p>
                  </a:txBody>
                  <a:tcPr marL="92013" marR="9201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ru" sz="1500" b="1" noProof="0" dirty="0">
                          <a:solidFill>
                            <a:schemeClr val="tx1"/>
                          </a:solidFill>
                          <a:latin typeface="+mj-lt"/>
                        </a:rPr>
                        <a:t>20ГГ</a:t>
                      </a:r>
                    </a:p>
                  </a:txBody>
                  <a:tcPr marL="92013" marR="9201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ru" sz="15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20ГГ</a:t>
                      </a:r>
                    </a:p>
                  </a:txBody>
                  <a:tcPr marL="92013" marR="92013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10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1 600 000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073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16 000 000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08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92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5 625 000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216 000 000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4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06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5 625 000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216 000 000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63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1 687 500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9 600 000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21 600 000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95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562 500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2 400 000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10 800 000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36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281 250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2 400 000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4 320 000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alpha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47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kern="1200" noProof="0">
                          <a:solidFill>
                            <a:schemeClr val="tx2"/>
                          </a:solidFill>
                          <a:latin typeface="+mj-lt"/>
                          <a:ea typeface="+mn-ea"/>
                          <a:cs typeface="+mn-cs"/>
                        </a:rPr>
                        <a:t>Категория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7 593 750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52 800 000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ru-RU" sz="1400" i="0" kern="1200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187 920 000</a:t>
                      </a:r>
                    </a:p>
                  </a:txBody>
                  <a:tcPr marL="92013" marR="92013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31441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9A1308-AD4D-492C-B931-EA94BBCF4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51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Белое здание на фоне чистого неба, ракурс с уровня земли">
            <a:extLst>
              <a:ext uri="{FF2B5EF4-FFF2-40B4-BE49-F238E27FC236}">
                <a16:creationId xmlns:a16="http://schemas.microsoft.com/office/drawing/2014/main" id="{CEE1712F-10B7-44A0-8ED1-5933874A301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642" b="7642"/>
          <a:stretch>
            <a:fillRect/>
          </a:stretch>
        </p:blipFill>
        <p:spPr/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4FFE8E-5987-44EA-AF65-5CFA15DD7653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 rtlCol="0">
            <a:normAutofit fontScale="90000"/>
          </a:bodyPr>
          <a:lstStyle/>
          <a:p>
            <a:pPr rtl="0"/>
            <a:r>
              <a:rPr lang="ru-RU"/>
              <a:t>СЛАЙД С БОЛЬШИМ ИЗОБРАЖЕНИЕМ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4E4515-E409-46A3-BF8E-A723CC4A90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/>
        <p:txBody>
          <a:bodyPr rtlCol="0"/>
          <a:lstStyle/>
          <a:p>
            <a:pPr rtl="0"/>
            <a:r>
              <a:rPr lang="ru-RU"/>
              <a:t>Lorem ipsum dolor sit amet, consectetuer adipiscing elit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F53D04A-7D1E-45D0-9B0B-7BDFC553B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F2F0B8-896C-4D84-9FF9-3E3607F9E57C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 rtlCol="0"/>
          <a:lstStyle/>
          <a:p>
            <a:pPr rtl="0"/>
            <a:r>
              <a:rPr lang="ru-RU"/>
              <a:t>СЛАЙД С ВИДЕО</a:t>
            </a:r>
          </a:p>
        </p:txBody>
      </p:sp>
      <p:sp>
        <p:nvSpPr>
          <p:cNvPr id="5" name="Мультимедиа 4" descr="Мультимедиа">
            <a:extLst>
              <a:ext uri="{FF2B5EF4-FFF2-40B4-BE49-F238E27FC236}">
                <a16:creationId xmlns:a16="http://schemas.microsoft.com/office/drawing/2014/main" id="{E583FAB2-D6F1-45A5-84C9-0E809CA88C2F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/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8B55491-80DD-4F1B-890E-E2F7B275B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67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 descr="Офисное здание на фоне голубого неба, вид под небольшим углом">
            <a:extLst>
              <a:ext uri="{FF2B5EF4-FFF2-40B4-BE49-F238E27FC236}">
                <a16:creationId xmlns:a16="http://schemas.microsoft.com/office/drawing/2014/main" id="{40946D55-3A70-4E32-99AB-8D71063AAEDE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3"/>
          <a:srcRect l="2749" r="2749"/>
          <a:stretch/>
        </p:blipFill>
        <p:spPr/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0F751-9975-4653-9855-BA1C7499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980" y="973512"/>
            <a:ext cx="7574332" cy="2281355"/>
          </a:xfrm>
        </p:spPr>
        <p:txBody>
          <a:bodyPr rtlCol="0"/>
          <a:lstStyle/>
          <a:p>
            <a:pPr rtl="0"/>
            <a:r>
              <a:rPr lang="ru-RU"/>
              <a:t>БЛАГОДАРИМ</a:t>
            </a:r>
            <a:br>
              <a:rPr lang="ru-RU"/>
            </a:br>
            <a:r>
              <a:rPr lang="ru-RU"/>
              <a:t>ВАС!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BFE92-CA4F-4673-B4D5-7FFF88E819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ru-RU"/>
              <a:t>Иван</a:t>
            </a:r>
            <a:br>
              <a:rPr lang="ru-RU"/>
            </a:br>
            <a:r>
              <a:rPr lang="ru-RU"/>
              <a:t>Воронков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22606DA-F5C0-4FBD-930A-04C47E7F77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r>
              <a:rPr lang="ru-RU"/>
              <a:t>Телефон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976F3E4-0E67-4891-8B94-6441620D8B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ru-RU"/>
              <a:t>678-555-0128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E673424-1521-4ECB-BC19-D062786A9E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ru-RU"/>
              <a:t>Электронная почта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E9D6192-3994-44C6-93B4-D248EEE931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rtlCol="0"/>
          <a:lstStyle/>
          <a:p>
            <a:pPr rtl="0"/>
            <a:r>
              <a:rPr lang="ru-RU"/>
              <a:t>voronkov@example.com</a:t>
            </a:r>
          </a:p>
        </p:txBody>
      </p:sp>
    </p:spTree>
    <p:extLst>
      <p:ext uri="{BB962C8B-B14F-4D97-AF65-F5344CB8AC3E}">
        <p14:creationId xmlns:p14="http://schemas.microsoft.com/office/powerpoint/2010/main" val="231420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ru-RU"/>
              <a:t>Настройте этот шаблон</a:t>
            </a:r>
          </a:p>
        </p:txBody>
      </p:sp>
      <p:sp>
        <p:nvSpPr>
          <p:cNvPr id="8" name="Надпись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ru-RU" sz="6000" u="sng">
                <a:solidFill>
                  <a:srgbClr val="0070C0"/>
                </a:solidFill>
              </a:rPr>
              <a:t>Инструкции по редактированию шаблона и обратная связь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FC0424-40B9-486A-B71B-BA76CD90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495E168-DA5E-4888-8D8A-92B118324C14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_30677662_TF45331398" id="{54C9E4F3-3A03-4402-A107-9DDD7A71BB82}" vid="{F9B8EB22-9DB8-442E-BFF0-27918EB9B00B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A0EF5-23A9-4627-BC46-745B7DD804D2}">
  <ds:schemaRefs>
    <ds:schemaRef ds:uri="http://purl.org/dc/elements/1.1/"/>
    <ds:schemaRef ds:uri="fb0879af-3eba-417a-a55a-ffe6dcd6ca77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6dc4bcd6-49db-4c07-9060-8acfc67cef9f"/>
    <ds:schemaRef ds:uri="http://schemas.microsoft.com/sharepoint/v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C5154C8-4BB5-43F2-9F6C-5E79271A0D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807890-83DC-4772-9CAD-F7CB30099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Универсальная презентация</Template>
  <TotalTime>0</TotalTime>
  <Words>416</Words>
  <Application>Microsoft Office PowerPoint</Application>
  <PresentationFormat>Широкоэкранный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Agency FB</vt:lpstr>
      <vt:lpstr>Arial</vt:lpstr>
      <vt:lpstr>Calibri</vt:lpstr>
      <vt:lpstr>Lucida Grande</vt:lpstr>
      <vt:lpstr>Verdana</vt:lpstr>
      <vt:lpstr>Wingdings</vt:lpstr>
      <vt:lpstr>Тема Office</vt:lpstr>
      <vt:lpstr>Our Dream School</vt:lpstr>
      <vt:lpstr>СЛАЙД-РАЗДЕЛИТЕЛЬ</vt:lpstr>
      <vt:lpstr>РАЗМЕТКА ТЕКСТА 1</vt:lpstr>
      <vt:lpstr>РАЗМЕТКА ТЕКСТА 2</vt:lpstr>
      <vt:lpstr>СРАВНЕНИЕ</vt:lpstr>
      <vt:lpstr>СЛАЙД С ДИАГРАММОЙ</vt:lpstr>
      <vt:lpstr>СЛАЙД С ТАБЛИЦЕЙ</vt:lpstr>
      <vt:lpstr>СЛАЙД С БОЛЬШИМ ИЗОБРАЖЕНИЕМ</vt:lpstr>
      <vt:lpstr>СЛАЙД С ВИДЕО</vt:lpstr>
      <vt:lpstr>БЛАГОДАРИМ ВАС!</vt:lpstr>
      <vt:lpstr>Настройте этот шаблон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2025-11-23T15:25:05Z</dcterms:created>
  <dcterms:modified xsi:type="dcterms:W3CDTF">2025-11-23T15:32:01Z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